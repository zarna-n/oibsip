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47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1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5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19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04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63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2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7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0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5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17332-3D53-4E2C-84A5-8EBB62F076E1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94B8-601D-416E-A492-A4C9E73D1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0363" y="1975775"/>
            <a:ext cx="695001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/>
              <a:t>Zarna </a:t>
            </a:r>
            <a:r>
              <a:rPr lang="en-US" sz="4000" dirty="0" err="1" smtClean="0"/>
              <a:t>Namojwar</a:t>
            </a:r>
            <a:endParaRPr lang="en-US" sz="4000" dirty="0" smtClean="0"/>
          </a:p>
          <a:p>
            <a:r>
              <a:rPr lang="en-US" sz="4000" dirty="0" smtClean="0"/>
              <a:t>Oasis </a:t>
            </a:r>
            <a:r>
              <a:rPr lang="en-US" sz="4000" dirty="0" err="1" smtClean="0"/>
              <a:t>Infobyte</a:t>
            </a:r>
            <a:r>
              <a:rPr lang="en-US" sz="4000" dirty="0" smtClean="0"/>
              <a:t> Internship</a:t>
            </a:r>
          </a:p>
          <a:p>
            <a:r>
              <a:rPr lang="en-US" sz="4000" dirty="0" smtClean="0"/>
              <a:t>Track: </a:t>
            </a:r>
            <a:r>
              <a:rPr lang="en-US" sz="4000" dirty="0" err="1" smtClean="0"/>
              <a:t>DataAnalytics</a:t>
            </a:r>
            <a:endParaRPr lang="en-US" sz="4000" dirty="0" smtClean="0"/>
          </a:p>
          <a:p>
            <a:r>
              <a:rPr lang="en-US" sz="4000" dirty="0" smtClean="0"/>
              <a:t>Level 1 - Task 1</a:t>
            </a:r>
          </a:p>
          <a:p>
            <a:r>
              <a:rPr lang="en-US" sz="4000" dirty="0" smtClean="0"/>
              <a:t>EDA on Retail Sales Data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50952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2026-07-27T04:47:53Z</dcterms:created>
  <dcterms:modified xsi:type="dcterms:W3CDTF">2026-07-27T04:48:24Z</dcterms:modified>
</cp:coreProperties>
</file>